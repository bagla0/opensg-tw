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340156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95544" y="1271040"/>
            <a:ext cx="1694720" cy="716997"/>
          </a:xfrm>
          <a:prstGeom prst="roundRect">
            <a:avLst/>
          </a:prstGeom>
          <a:solidFill>
            <a:srgbClr val="CFE3F3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400" b="1">
                <a:solidFill>
                  <a:srgbClr val="202020"/>
                </a:solidFill>
              </a:rPr>
              <a:t>WindIO Blade</a:t>
            </a:r>
          </a:p>
          <a:p>
            <a:pPr algn="ctr"/>
            <a:r>
              <a:rPr sz="1400" b="1">
                <a:solidFill>
                  <a:srgbClr val="202020"/>
                </a:solidFill>
              </a:rPr>
              <a:t>(.yaml)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13945" y="342203"/>
            <a:ext cx="2150991" cy="879951"/>
          </a:xfrm>
          <a:prstGeom prst="roundRect">
            <a:avLst/>
          </a:prstGeom>
          <a:solidFill>
            <a:srgbClr val="FDE0C0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202020"/>
                </a:solidFill>
              </a:rPr>
              <a:t>OpenSG_io</a:t>
            </a:r>
          </a:p>
          <a:p>
            <a:pPr algn="ctr"/>
            <a:r>
              <a:rPr sz="1000" b="0">
                <a:solidFill>
                  <a:srgbClr val="202020"/>
                </a:solidFill>
              </a:rPr>
              <a:t>load_blade →</a:t>
            </a:r>
          </a:p>
          <a:p>
            <a:pPr algn="ctr"/>
            <a:r>
              <a:rPr sz="1000" b="0">
                <a:solidFill>
                  <a:srgbClr val="202020"/>
                </a:solidFill>
              </a:rPr>
              <a:t>build_cross_section →</a:t>
            </a:r>
          </a:p>
          <a:p>
            <a:pPr algn="ctr"/>
            <a:r>
              <a:rPr sz="1000" b="0">
                <a:solidFill>
                  <a:srgbClr val="202020"/>
                </a:solidFill>
              </a:rPr>
              <a:t>emit_opensg_yaml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13945" y="2036923"/>
            <a:ext cx="2150991" cy="879951"/>
          </a:xfrm>
          <a:prstGeom prst="roundRect">
            <a:avLst/>
          </a:prstGeom>
          <a:solidFill>
            <a:srgbClr val="FDE0C0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202020"/>
                </a:solidFill>
              </a:rPr>
              <a:t>PreVABS</a:t>
            </a:r>
          </a:p>
          <a:p>
            <a:pPr algn="ctr"/>
            <a:r>
              <a:rPr sz="1000" b="0">
                <a:solidFill>
                  <a:srgbClr val="202020"/>
                </a:solidFill>
              </a:rPr>
              <a:t>emit_prevabs →</a:t>
            </a:r>
          </a:p>
          <a:p>
            <a:pPr algn="ctr"/>
            <a:r>
              <a:rPr sz="1000" b="0">
                <a:solidFill>
                  <a:srgbClr val="202020"/>
                </a:solidFill>
              </a:rPr>
              <a:t>prevabs --vabs --hm →</a:t>
            </a:r>
          </a:p>
          <a:p>
            <a:pPr algn="ctr"/>
            <a:r>
              <a:rPr sz="1000" b="0">
                <a:solidFill>
                  <a:srgbClr val="202020"/>
                </a:solidFill>
              </a:rPr>
              <a:t>convert_sg_to_yaml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51571" y="456270"/>
            <a:ext cx="1499175" cy="651815"/>
          </a:xfrm>
          <a:prstGeom prst="roundRect">
            <a:avLst/>
          </a:prstGeom>
          <a:solidFill>
            <a:srgbClr val="CFEAD0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300" b="0">
                <a:solidFill>
                  <a:srgbClr val="202020"/>
                </a:solidFill>
              </a:rPr>
              <a:t>1D shell</a:t>
            </a:r>
          </a:p>
          <a:p>
            <a:pPr algn="ctr"/>
            <a:r>
              <a:rPr sz="1300" b="0">
                <a:solidFill>
                  <a:srgbClr val="202020"/>
                </a:solidFill>
              </a:rPr>
              <a:t>SG YAML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51571" y="2150991"/>
            <a:ext cx="1499175" cy="651815"/>
          </a:xfrm>
          <a:prstGeom prst="roundRect">
            <a:avLst/>
          </a:prstGeom>
          <a:solidFill>
            <a:srgbClr val="CFEAD0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300" b="0">
                <a:solidFill>
                  <a:srgbClr val="202020"/>
                </a:solidFill>
              </a:rPr>
              <a:t>2D solid</a:t>
            </a:r>
          </a:p>
          <a:p>
            <a:pPr algn="ctr"/>
            <a:r>
              <a:rPr sz="1300" b="0">
                <a:solidFill>
                  <a:srgbClr val="202020"/>
                </a:solidFill>
              </a:rPr>
              <a:t>SG YAML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74427" y="1254745"/>
            <a:ext cx="1303631" cy="749587"/>
          </a:xfrm>
          <a:prstGeom prst="roundRect">
            <a:avLst/>
          </a:prstGeom>
          <a:solidFill>
            <a:srgbClr val="E3D4EF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202020"/>
                </a:solidFill>
              </a:rPr>
              <a:t>OpenSG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69147" y="456270"/>
            <a:ext cx="1303631" cy="521452"/>
          </a:xfrm>
          <a:prstGeom prst="roundRect">
            <a:avLst/>
          </a:prstGeom>
          <a:solidFill>
            <a:srgbClr val="FFF2B3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300" b="0">
                <a:solidFill>
                  <a:srgbClr val="202020"/>
                </a:solidFill>
              </a:rPr>
              <a:t>RM shell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69147" y="1368812"/>
            <a:ext cx="1303631" cy="521452"/>
          </a:xfrm>
          <a:prstGeom prst="roundRect">
            <a:avLst/>
          </a:prstGeom>
          <a:solidFill>
            <a:srgbClr val="FFF2B3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300" b="0">
                <a:solidFill>
                  <a:srgbClr val="202020"/>
                </a:solidFill>
              </a:rPr>
              <a:t>KL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69147" y="2281354"/>
            <a:ext cx="1303631" cy="521452"/>
          </a:xfrm>
          <a:prstGeom prst="roundRect">
            <a:avLst/>
          </a:prstGeom>
          <a:solidFill>
            <a:srgbClr val="FFF2B3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300" b="0">
                <a:solidFill>
                  <a:srgbClr val="202020"/>
                </a:solidFill>
              </a:rPr>
              <a:t>Solid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68323" y="1222154"/>
            <a:ext cx="1759902" cy="814769"/>
          </a:xfrm>
          <a:prstGeom prst="roundRect">
            <a:avLst/>
          </a:prstGeom>
          <a:solidFill>
            <a:srgbClr val="BFE6E6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300" b="0">
                <a:solidFill>
                  <a:srgbClr val="202020"/>
                </a:solidFill>
              </a:rPr>
              <a:t>Timoshenko</a:t>
            </a:r>
          </a:p>
          <a:p>
            <a:pPr algn="ctr"/>
            <a:r>
              <a:rPr sz="1300" b="0">
                <a:solidFill>
                  <a:srgbClr val="202020"/>
                </a:solidFill>
              </a:rPr>
              <a:t>Beam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890265" y="977723"/>
            <a:ext cx="423680" cy="456271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90265" y="1825083"/>
            <a:ext cx="423680" cy="456271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64936" y="782178"/>
            <a:ext cx="586635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464936" y="2476899"/>
            <a:ext cx="586635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50746" y="782178"/>
            <a:ext cx="456271" cy="619225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50746" y="1857674"/>
            <a:ext cx="456271" cy="619225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278058" y="749587"/>
            <a:ext cx="358498" cy="716998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78058" y="1629539"/>
            <a:ext cx="358498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78058" y="1792492"/>
            <a:ext cx="358498" cy="716998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05369" y="716997"/>
            <a:ext cx="130363" cy="716997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05369" y="1629539"/>
            <a:ext cx="130363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005369" y="1825083"/>
            <a:ext cx="130363" cy="716997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